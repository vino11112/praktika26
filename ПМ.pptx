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8" r:id="rId9"/>
    <p:sldId id="270" r:id="rId10"/>
    <p:sldId id="272" r:id="rId11"/>
    <p:sldId id="271" r:id="rId12"/>
  </p:sldIdLst>
  <p:sldSz cx="9144000" cy="5143500" type="screen16x9"/>
  <p:notesSz cx="6858000" cy="9144000"/>
  <p:embeddedFontLst>
    <p:embeddedFont>
      <p:font typeface="Source Code Pro" panose="020B0509030403020204" pitchFamily="49" charset="0"/>
      <p:regular r:id="rId14"/>
      <p:bold r:id="rId15"/>
      <p:italic r:id="rId16"/>
      <p:boldItalic r:id="rId17"/>
    </p:embeddedFont>
    <p:embeddedFont>
      <p:font typeface="Source Code Pro Light" panose="020B0409030403020204" pitchFamily="49" charset="0"/>
      <p:regular r:id="rId18"/>
      <p:bold r:id="rId19"/>
      <p:italic r:id="rId20"/>
      <p:boldItalic r:id="rId21"/>
    </p:embeddedFont>
    <p:embeddedFont>
      <p:font typeface="Source Code Pro SemiBold" panose="020B0609030403020204" pitchFamily="49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86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2c4a7e7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2c4a7e7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82c4a7e7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82c4a7e7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82c4a7e7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82c4a7e7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82c4a7e73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82c4a7e73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82c4a7e7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82c4a7e73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82c4a7e73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82c4a7e73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82c4a7e73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82c4a7e73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82c4a7e73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82c4a7e73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82c4a7e73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82c4a7e73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457200" lvl="0" indent="-234315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"/>
              <a:buFont typeface="Source Code Pro"/>
              <a:buChar char="●"/>
            </a:pPr>
            <a:r>
              <a:rPr lang="ru" sz="3067" b="1" dirty="0">
                <a:latin typeface="Source Code Pro"/>
                <a:ea typeface="Source Code Pro"/>
                <a:cs typeface="Source Code Pro"/>
                <a:sym typeface="Source Code Pro"/>
              </a:rPr>
              <a:t>ПМ.</a:t>
            </a:r>
            <a:r>
              <a:rPr lang="en-US" sz="3067" b="1" dirty="0"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r>
              <a:rPr lang="ru" sz="3067" b="1" dirty="0">
                <a:latin typeface="Source Code Pro"/>
                <a:ea typeface="Source Code Pro"/>
                <a:cs typeface="Source Code Pro"/>
                <a:sym typeface="Source Code Pro"/>
              </a:rPr>
              <a:t>1. Разработка модулей программного обеспечения для компьютерных систем</a:t>
            </a:r>
            <a:endParaRPr sz="3067" b="1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206" dirty="0">
                <a:latin typeface="Source Code Pro Light"/>
                <a:ea typeface="Source Code Pro Light"/>
                <a:cs typeface="Source Code Pro Light"/>
                <a:sym typeface="Source Code Pro Light"/>
              </a:rPr>
              <a:t>Тема: </a:t>
            </a:r>
            <a:r>
              <a:rPr lang="ru-RU" sz="2206" dirty="0">
                <a:latin typeface="Source Code Pro Light"/>
                <a:ea typeface="Source Code Pro Light"/>
                <a:cs typeface="Source Code Pro Light"/>
                <a:sym typeface="Source Code Pro Light"/>
              </a:rPr>
              <a:t>Разработка чат-бота для обработки пользовательских запросов</a:t>
            </a:r>
            <a:endParaRPr sz="2206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dirty="0">
                <a:latin typeface="Source Code Pro Light"/>
                <a:ea typeface="Source Code Pro Light"/>
                <a:cs typeface="Source Code Pro Light"/>
                <a:sym typeface="Source Code Pro Light"/>
              </a:rPr>
              <a:t>Виноградов Иван Александрович</a:t>
            </a:r>
            <a:endParaRPr lang="en-US" sz="21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dirty="0">
                <a:latin typeface="Source Code Pro Light"/>
                <a:ea typeface="Source Code Pro Light"/>
                <a:cs typeface="Source Code Pro Light"/>
                <a:sym typeface="Source Code Pro Light"/>
              </a:rPr>
              <a:t>22П-1</a:t>
            </a:r>
            <a:endParaRPr sz="2100" dirty="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Сведения об организации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592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600" dirty="0">
                <a:latin typeface="Source Code Pro"/>
                <a:ea typeface="Source Code Pro"/>
                <a:cs typeface="Source Code Pro"/>
                <a:sym typeface="Source Code Pro"/>
              </a:rPr>
              <a:t>Спичечная Фабрика </a:t>
            </a:r>
            <a:r>
              <a:rPr lang="en-US" sz="2600" dirty="0">
                <a:latin typeface="Source Code Pro"/>
                <a:ea typeface="Source Code Pro"/>
                <a:cs typeface="Source Code Pro"/>
                <a:sym typeface="Source Code Pro"/>
              </a:rPr>
              <a:t>“</a:t>
            </a:r>
            <a:r>
              <a:rPr lang="ru-RU" sz="2600" dirty="0">
                <a:latin typeface="Source Code Pro"/>
                <a:ea typeface="Source Code Pro"/>
                <a:cs typeface="Source Code Pro"/>
                <a:sym typeface="Source Code Pro"/>
              </a:rPr>
              <a:t>Белка-Фаворит</a:t>
            </a:r>
            <a:r>
              <a:rPr lang="en-US" sz="2600" dirty="0">
                <a:latin typeface="Source Code Pro"/>
                <a:ea typeface="Source Code Pro"/>
                <a:cs typeface="Source Code Pro"/>
                <a:sym typeface="Source Code Pro"/>
              </a:rPr>
              <a:t>”</a:t>
            </a:r>
            <a:r>
              <a:rPr lang="ru-RU" sz="2600" dirty="0">
                <a:latin typeface="Source Code Pro"/>
                <a:ea typeface="Source Code Pro"/>
                <a:cs typeface="Source Code Pro"/>
                <a:sym typeface="Source Code Pro"/>
              </a:rPr>
              <a:t> выпускает</a:t>
            </a:r>
            <a:r>
              <a:rPr lang="en-US" sz="2600" dirty="0"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r>
              <a:rPr lang="ru-RU" sz="2600" dirty="0">
                <a:latin typeface="Source Code Pro"/>
                <a:ea typeface="Source Code Pro"/>
                <a:cs typeface="Source Code Pro"/>
                <a:sym typeface="Source Code Pro"/>
              </a:rPr>
              <a:t>спички зажигательные, спички сувенирные, спички для газовых плит, спички каминные, спички охотничьи, спички для туристов, спички специального назначения, спички сигарные, спички-книжки. Кроме спичек фабрика выпускает товарную спичечную соломку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7FC3E5-4143-4BFC-8606-D24CD5239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100" y="522094"/>
            <a:ext cx="3991024" cy="399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latin typeface="Source Code Pro"/>
                <a:ea typeface="Source Code Pro"/>
                <a:cs typeface="Source Code Pro"/>
                <a:sym typeface="Source Code Pro"/>
              </a:rPr>
              <a:t>Разработка и анализ технического задания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29100" cy="25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9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В ходе практики было разработано техническое задание на создание чат-бота для обаботки пользовательских запросов</a:t>
            </a:r>
            <a:endParaRPr sz="9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9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1. </a:t>
            </a:r>
            <a:r>
              <a:rPr lang="ru-RU" sz="9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Разрабатываемое программное средство предназначено для организации взаимодействия пользователя с интеллектуальным чат-ботом через графический интерфейс </a:t>
            </a:r>
            <a:r>
              <a:rPr lang="ru-RU" sz="900" dirty="0" err="1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desktop</a:t>
            </a:r>
            <a:r>
              <a:rPr lang="ru-RU" sz="9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-приложения. Программа должна обеспечивать отправку текстовых запросов, получение ответов от </a:t>
            </a:r>
            <a:r>
              <a:rPr lang="ru-RU" sz="900" dirty="0" err="1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нейросетевой</a:t>
            </a:r>
            <a:r>
              <a:rPr lang="ru-RU" sz="9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модели, сохранение истории переписки, а также взаимодействие с базой данных и внешними API.</a:t>
            </a:r>
            <a:endParaRPr sz="9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9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2. Цели разработки</a:t>
            </a:r>
            <a:endParaRPr sz="9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· Целью разработки является создание </a:t>
            </a:r>
            <a:r>
              <a:rPr lang="ru-RU" sz="900" dirty="0" err="1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desktop</a:t>
            </a:r>
            <a:r>
              <a:rPr lang="ru-RU" sz="9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-приложения интеллектуального чат-бота, обеспечивающего удобное взаимодействие пользователя с системой, хранение истории диалогов и возможность дальнейшего расширения функциональности.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Source Code Pro"/>
                <a:ea typeface="Source Code Pro"/>
                <a:sym typeface="Source Code Pro"/>
              </a:rPr>
              <a:t>3. Задачи разработки</a:t>
            </a:r>
          </a:p>
          <a:p>
            <a:pPr marL="171450" indent="-171450">
              <a:lnSpc>
                <a:spcPct val="95000"/>
              </a:lnSpc>
              <a:spcBef>
                <a:spcPts val="1200"/>
              </a:spcBef>
              <a:buClr>
                <a:schemeClr val="dk1"/>
              </a:buClr>
              <a:buSzPts val="275"/>
            </a:pPr>
            <a:r>
              <a:rPr lang="ru-RU" sz="9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раз</a:t>
            </a:r>
            <a:r>
              <a:rPr lang="ru-RU" sz="9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работать пользовательский интерфейс </a:t>
            </a:r>
            <a:r>
              <a:rPr lang="en-US" sz="9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desktop-</a:t>
            </a:r>
            <a:r>
              <a:rPr lang="ru-RU" sz="9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приложения; </a:t>
            </a:r>
            <a:endParaRPr lang="en-US" sz="9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171450" indent="-171450">
              <a:lnSpc>
                <a:spcPct val="95000"/>
              </a:lnSpc>
              <a:spcBef>
                <a:spcPts val="1200"/>
              </a:spcBef>
              <a:buClr>
                <a:schemeClr val="dk1"/>
              </a:buClr>
              <a:buSzPts val="275"/>
            </a:pPr>
            <a:r>
              <a:rPr lang="ru-RU" sz="9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реализовать авторизацию и регистрацию пользователя</a:t>
            </a:r>
            <a:endParaRPr lang="en-US" sz="9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171450" indent="-171450">
              <a:lnSpc>
                <a:spcPct val="95000"/>
              </a:lnSpc>
              <a:spcBef>
                <a:spcPts val="1200"/>
              </a:spcBef>
              <a:buClr>
                <a:schemeClr val="dk1"/>
              </a:buClr>
              <a:buSzPts val="275"/>
            </a:pPr>
            <a:r>
              <a:rPr lang="ru-RU" sz="9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реализовать механизм создания и хранения чатов; </a:t>
            </a:r>
            <a:endParaRPr lang="en-US" sz="9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171450" indent="-171450">
              <a:lnSpc>
                <a:spcPct val="95000"/>
              </a:lnSpc>
              <a:spcBef>
                <a:spcPts val="1200"/>
              </a:spcBef>
              <a:buClr>
                <a:schemeClr val="dk1"/>
              </a:buClr>
              <a:buSzPts val="275"/>
            </a:pPr>
            <a:r>
              <a:rPr lang="ru-RU" sz="9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реализовать отправку и прием текстовых сообщений;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latin typeface="Source Code Pro"/>
                <a:ea typeface="Source Code Pro"/>
                <a:cs typeface="Source Code Pro"/>
                <a:sym typeface="Source Code Pro"/>
              </a:rPr>
              <a:t>Разработка десктоп приложения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68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Code Pro"/>
              <a:buChar char="●"/>
            </a:pPr>
            <a:r>
              <a:rPr lang="ru" sz="14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Desktop-приложение: C#, .NET 10.0, WPF</a:t>
            </a:r>
            <a:endParaRPr sz="14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Code Pro"/>
              <a:buChar char="●"/>
            </a:pPr>
            <a:r>
              <a:rPr lang="ru" sz="14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Мобильное приложение: C#, .NET MAUI (Android)</a:t>
            </a:r>
            <a:endParaRPr sz="14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Code Pro"/>
              <a:buChar char="●"/>
            </a:pPr>
            <a:r>
              <a:rPr lang="ru" sz="14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База данных: Supabase (PostgreSQL)</a:t>
            </a:r>
            <a:endParaRPr sz="14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Code Pro"/>
              <a:buChar char="●"/>
            </a:pPr>
            <a:r>
              <a:rPr lang="ru" sz="14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Авторизация: Supabase Auth</a:t>
            </a:r>
            <a:endParaRPr sz="14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175" y="3090300"/>
            <a:ext cx="1429500" cy="160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0937" y="3090300"/>
            <a:ext cx="1609676" cy="16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6525" y="1126696"/>
            <a:ext cx="4368599" cy="1783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8887" y="3018775"/>
            <a:ext cx="1643875" cy="164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latin typeface="Source Code Pro"/>
                <a:ea typeface="Source Code Pro"/>
                <a:cs typeface="Source Code Pro"/>
                <a:sym typeface="Source Code Pro"/>
              </a:rPr>
              <a:t>Разработка десктоп приложения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433964-9391-4E06-B700-C57218A7E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128" y="1375306"/>
            <a:ext cx="4183743" cy="23928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D46E2E-9E40-4B27-A75C-FDF421CC6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017" y="574625"/>
            <a:ext cx="5858148" cy="38244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2D0980-6C56-4D34-AFDF-A6C7139DA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4" y="574625"/>
            <a:ext cx="3743362" cy="236485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F77B4F-3B92-4AF1-B188-47EDD7F82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136" y="1351833"/>
            <a:ext cx="4895737" cy="31752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latin typeface="Source Code Pro"/>
                <a:ea typeface="Source Code Pro"/>
                <a:cs typeface="Source Code Pro"/>
                <a:sym typeface="Source Code Pro"/>
              </a:rPr>
              <a:t>Разработка мобильного приложения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4CE9E1-8602-4A5C-8724-1094E316D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977" y="1017725"/>
            <a:ext cx="1822046" cy="4048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76D1F8-7DF9-4E20-B6A8-E437F6EF3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384" y="1017725"/>
            <a:ext cx="1856599" cy="41257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7D5BCA-6897-487C-84C8-6A56FB77E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482" y="1017725"/>
            <a:ext cx="1856600" cy="41257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45CC8-4990-4CDF-BD9D-B0A6B54F5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/>
              <a:t>Тестирование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9C7F8C-90E3-4377-8164-8CBEE26FC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проверки корректности программных модулей были разработаны модульные тесты с использованием </a:t>
            </a:r>
            <a:r>
              <a:rPr lang="ru-RU" dirty="0" err="1"/>
              <a:t>MSTest</a:t>
            </a:r>
            <a:r>
              <a:rPr lang="ru-RU" dirty="0"/>
              <a:t>. Тестирование </a:t>
            </a:r>
            <a:r>
              <a:rPr lang="ru-RU" dirty="0" err="1"/>
              <a:t>desktop</a:t>
            </a:r>
            <a:r>
              <a:rPr lang="ru-RU" dirty="0"/>
              <a:t>-приложения было направлено на подтверждение правильной работы сервисов, отвечающих за авторизацию пользователя, загрузку чатов и сохранение сообщений.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A3FAC8-6B36-4E7E-A404-3D87F5BFB4A0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1787" y="2949685"/>
            <a:ext cx="5940425" cy="1748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99879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latin typeface="Source Code Pro"/>
                <a:ea typeface="Source Code Pro"/>
                <a:cs typeface="Source Code Pro"/>
                <a:sym typeface="Source Code Pro"/>
              </a:rPr>
              <a:t>Спасибо за внимание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271</Words>
  <Application>Microsoft Office PowerPoint</Application>
  <PresentationFormat>Экран (16:9)</PresentationFormat>
  <Paragraphs>26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Source Code Pro</vt:lpstr>
      <vt:lpstr>Source Code Pro SemiBold</vt:lpstr>
      <vt:lpstr>Source Code Pro Light</vt:lpstr>
      <vt:lpstr>Arial</vt:lpstr>
      <vt:lpstr>Simple Light</vt:lpstr>
      <vt:lpstr>ПМ.01. Разработка модулей программного обеспечения для компьютерных систем Тема: Разработка чат-бота для обработки пользовательских запросов</vt:lpstr>
      <vt:lpstr>Сведения об организации</vt:lpstr>
      <vt:lpstr>Разработка и анализ технического задания</vt:lpstr>
      <vt:lpstr>Разработка десктоп приложения</vt:lpstr>
      <vt:lpstr>Разработка десктоп приложения</vt:lpstr>
      <vt:lpstr>Презентация PowerPoint</vt:lpstr>
      <vt:lpstr>Презентация PowerPoint</vt:lpstr>
      <vt:lpstr>Разработка мобильного приложения</vt:lpstr>
      <vt:lpstr>Презентация PowerPoint</vt:lpstr>
      <vt:lpstr>Тестирование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ПМ.11. Разработка модулей программного обеспечения для компьютерных систем Тема: Разработка чат-бота для обработки пользовательских запросов</dc:title>
  <dc:creator>Nout_2</dc:creator>
  <cp:lastModifiedBy>Nout_2</cp:lastModifiedBy>
  <cp:revision>4</cp:revision>
  <dcterms:modified xsi:type="dcterms:W3CDTF">2026-04-21T07:46:59Z</dcterms:modified>
</cp:coreProperties>
</file>